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国文汇通商业计划书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657600"/>
            <a:ext cx="457200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数字文创资产合规发行与交易一站式平台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C107"/>
                </a:solidFill>
              </a:defRPr>
            </a:pPr>
            <a:r>
              <a:t>2026 · 汇聚文化之光 · 通达数字未来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 政策东风：文化数字化的国家战略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2/16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顶层设计：战略定调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2022年5月：中办、国办印发《关于推进实施国家文化数字化战略的意见》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战略高度：为文化数字化发展提供了根本遵循，是国家级战略方向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战略目标：两步走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2025年：基本建成文化数字化基础设施和服务平台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2035年：建成国家文化大数据体系，中华文化全景呈现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0050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重点任务与机遇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任务：关联形成中华文化数据库、夯实基础设施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机遇：明确'培育一批新型文化企业'，平台型企业迎来爆发期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2. 行业浪潮：数字文创资产的崛起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3/16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市场规模：万亿级蓝海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13.5万亿元：2024年中国数字文化行业市场规模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3000亿元：2027年数字资产细分市场规模预测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核心人群：Z世代主导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67%占比：Z世代（95后、00后）是绝对主力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消费特征：追求个性化、情感共鸣，愿为文化价值付费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0050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行业三大趋势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合规化：监管完善，正规军进场，合规是生存前提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数实融合：赋能实体经济，连接线上线下消费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生态化：从单一交易走向'IP孵化-发行-应用'完整生态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 痛点与解决方案：国文汇通的使命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4/16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市场痛点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交易乱象：缺乏权威监管，投机炒作严重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权益受损：确权不清，创作者和消费者权益无保障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我们的解决方案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政策导向：完全响应国家战略，做合规排头兵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技术赋能：利用区块链实现资产确权、可追溯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重塑秩序：构建权威、透明的交易环境，让价值高效流转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4. 核心护城河（一）：权威合规与渠道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5/16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国资背书，权威合规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文交所直属：拥有国企背景，双重监管加持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业务可溯：全流程透明，公信力远超行业竞品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资质完备，技术领先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全牌照：持有全链条合规证照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国家级链：接入星火链网子链（紫金山链），确权存证能力顶尖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0050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全渠道覆盖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APP全端上架：覆盖主流应用商店，获客通道畅通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支付便捷：搭建顶尖支付通道，即将对接省级结算中心存管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5. 核心护城河（二）：模型与团队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6/16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经济模型：稳健增长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拒绝恶炒：以'寄存复利+生态多元'为核心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价值锚定：绑定真实需求，资产价值稳步提升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生态闭环：数实融合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闭环链路：数字获取 → 通宝流转 → 实体消费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脱虚向实：依托五大模块，摆脱单纯的市场情绪驱动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0050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顶尖操盘团队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实战经验：团队曾操盘 Ibox、唯一艺术等顶级平台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跨界资源：依托省文投，实现'体育+文旅'跨界布局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6. 核心团队介绍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7/16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战略负责人：佟世天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背景：带领'唯一艺术'原班人马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职责：负责国文汇通战略规划，国内最早布局数字文化资产的专家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运营负责人：'喜鹊'团队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背景：原 IBOX 平台总运营领衔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战绩：曾推动IBOX市值超百亿、单日交易额近20亿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职责：负责增长策略、用户体系与生态建设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519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3251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首席宣传官 (CMO)：Jeff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背景：链大教育创始人，Cardano 亚洲增长负责人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职责：负责品牌战略、产业传播与全球化布局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7. 平台战略资源矩阵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8/16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交易所资源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深度绑定：江苏、四川、甘肃、安徽等省级文交所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317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4048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7743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股东与IP资源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803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强力支撑：江苏文投、凤凰出版、省演艺集团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39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内容供给：拥有海量优质文化IP授权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79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685031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5759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地方文旅合作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16052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标杆案例：重点合作福建泉州市文旅局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模式复制：将地方文旅资源转化为国家级平台优势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89204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96519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3775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品牌合作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4406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949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主要伙伴：泉州木偶剧院、紫金文创等，构建高质量内容库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8. 生态模型：'一体两翼'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9/16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一体：国家文化数据中枢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定位：连接国家文化大数据体系与市场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功能：进行标准化的确权、登记、评估与发行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左翼：标准制定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掌握话语权：制定文化数字资产全流程行业标准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8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68503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右翼：信任基座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16052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技术互信：融合前沿技术，构建跨平台、可互信的技术底层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9. 生态模型：'三维四域'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10/16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三维体系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数据层：文博典藏·数字永生（文物高精度数字化，价值再生）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平台层：非遗活化·产业赋能（提供交易市场与创意集市）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56032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14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场景层：文旅融合·虚实互促（嵌入商业空间，兑现价值）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718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0449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四域深耕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核心逻辑：从数据采集到场景应用，全链路深耕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8404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最终目标：打造'数字资产+线下消费'新模式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10. 商业模式：通卷与通宝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11/16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核心资产：国文通卷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总量：1000万份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定位：平台基石资产，象征核心共建者权益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56032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14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获取：早期参与者持有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718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0449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流通积分：国文通宝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总量：10亿个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8404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通胀（产出）：用户寄存'通卷'，每日获得'通宝'奖励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16051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1479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通缩（消耗）：用于交易手续费、打新、兑换商品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4805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348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价值逻辑：通宝在生态内流转，连接一切价值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11. 经济模型：六大通缩机制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12/16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1. 回收注销 (核心)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平台从收益中回购并永久注销通宝，减少流通量，提升价值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317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4048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7743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2. 刚性消耗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803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手续费抵扣：交易必用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39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资产发行：项目方需支付通宝作为认证费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79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685031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5759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3. 场景消耗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16052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企业入驻：品牌方质押通宝作为保证金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实体兑换：直接兑换商品或服务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0059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生态博弈：趣味玩法消耗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12. 发展路线图：三步走战略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13/16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第一阶段：奠定基石 (1-2年)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策略：高通缩、低通胀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402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目标：快速积累早期核心用户，完成平台冷启动，建立标杆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第二阶段：生态稳健 (3-4年)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策略：平衡通胀通缩，精细化运营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目标：验证商业模式，进入稳定发展期，扩大市场份额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0050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第三阶段：价值爆发 (5年以上)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策略：拓展应用场景，网络效应最大化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目标：成为行业领导者，共享文化价值，实现全球化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13. 用户多元化收益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14/16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静态收益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寄存挖矿：持有资产，每日自动获得奖励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317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4048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7743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动态收益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803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二级交易：藏品低买高卖，获取价差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20039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打新收益：抢购首发稀缺资产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79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685031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5759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消费权益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16052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实体赋能：凭藏品/通宝在合作商户享受折扣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福利赠送：不定期获得文旅门票、演出票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14. 五大应用场景落地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15/16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4475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1. 文博资源确权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192023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博物馆馆藏文物上链，构建国家级文化资产库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31720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40487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7743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2. 非遗数字化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8035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传统工艺、戏曲记录与资产化，支持传承人融资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91839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364991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3755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3. 数字文旅消费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84047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947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景区门票、酒店权益NFT化，打通线上线下闭环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51959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4325112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9767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4. 产业协同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80059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548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开放API，支持第三方文旅集团接入；与政府共建城市级专区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212079"/>
            <a:ext cx="8412480" cy="41148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285231"/>
            <a:ext cx="274320" cy="274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5779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5. 文化出海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760719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1499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529"/>
                </a:solidFill>
              </a:defRPr>
            </a:pPr>
            <a:r>
              <a:t>对接海外市场，推动中华文化数字资产全球流通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36576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15. 愿景与使命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12529"/>
                </a:solidFill>
              </a:defRPr>
            </a:pPr>
            <a:r>
              <a:t>16/16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7315200" cy="146304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731520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使命 MISSION</a:t>
            </a:r>
          </a:p>
          <a:p>
            <a:pPr>
              <a:spcBef>
                <a:spcPts val="800"/>
              </a:spcBef>
              <a:defRPr sz="1500">
                <a:solidFill>
                  <a:srgbClr val="212529"/>
                </a:solidFill>
              </a:defRPr>
            </a:pPr>
            <a:r>
              <a:t>文化：让中华优秀传统文化在数字时代'活起来'</a:t>
            </a:r>
          </a:p>
          <a:p>
            <a:pPr>
              <a:spcBef>
                <a:spcPts val="400"/>
              </a:spcBef>
              <a:defRPr sz="1500">
                <a:solidFill>
                  <a:srgbClr val="212529"/>
                </a:solidFill>
              </a:defRPr>
            </a:pPr>
            <a:r>
              <a:t>产业：建立合规、安全、可持续的数字文化资产体系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1783080"/>
            <a:ext cx="365760" cy="36576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7315200" cy="146304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731520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愿景 VISION</a:t>
            </a:r>
          </a:p>
          <a:p>
            <a:pPr>
              <a:spcBef>
                <a:spcPts val="800"/>
              </a:spcBef>
              <a:defRPr sz="1500">
                <a:solidFill>
                  <a:srgbClr val="212529"/>
                </a:solidFill>
              </a:defRPr>
            </a:pPr>
            <a:r>
              <a:t>近期：成为中国领先的文化类数字资产基础设施平台</a:t>
            </a:r>
          </a:p>
          <a:p>
            <a:pPr>
              <a:spcBef>
                <a:spcPts val="400"/>
              </a:spcBef>
              <a:defRPr sz="1500">
                <a:solidFill>
                  <a:srgbClr val="212529"/>
                </a:solidFill>
              </a:defRPr>
            </a:pPr>
            <a:r>
              <a:t>远期：构建全球领先的文化数字资产生态，通达数字未来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352044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</a:defRPr>
            </a:pPr>
            <a:r>
              <a:t>汇聚文化之光 · 通达数字未来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