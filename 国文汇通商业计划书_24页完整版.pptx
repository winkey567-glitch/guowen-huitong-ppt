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1371600"/>
            <a:ext cx="5486400" cy="54864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国文汇通商业计划书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9F9F7"/>
                </a:solidFill>
              </a:defRPr>
            </a:pPr>
            <a:r>
              <a:t>数字文创资产合规发行与交易一站式平台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1. 政策东风：文化数字化的国家战略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2022.05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中办国办印发《关于推进实施国家文化数字化战略的意见》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顶层设计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2025</a:t>
            </a:r>
          </a:p>
        </p:txBody>
      </p:sp>
      <p:sp>
        <p:nvSpPr>
          <p:cNvPr id="10" name="Oval 9"/>
          <p:cNvSpPr/>
          <p:nvPr/>
        </p:nvSpPr>
        <p:spPr>
          <a:xfrm>
            <a:off x="33528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8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基本建成文化数字化基础设施和服务平台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基础设施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2035</a:t>
            </a:r>
          </a:p>
        </p:txBody>
      </p:sp>
      <p:sp>
        <p:nvSpPr>
          <p:cNvPr id="14" name="Oval 13"/>
          <p:cNvSpPr/>
          <p:nvPr/>
        </p:nvSpPr>
        <p:spPr>
          <a:xfrm>
            <a:off x="57912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建成国家文化大数据体系，中华文化全景呈现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全面建成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2. 行业浪潮：数字文创资产的崛起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13.5万亿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9F9F7"/>
                </a:solidFill>
              </a:defRPr>
            </a:pPr>
            <a:r>
              <a:t>2024年数字文化行业规模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274320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3000亿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384048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9F9F7"/>
                </a:solidFill>
              </a:defRPr>
            </a:pPr>
            <a:r>
              <a:t>2027年数字资产市场预测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0" y="274320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0" y="3840480"/>
            <a:ext cx="2255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9F9F7"/>
                </a:solidFill>
              </a:defRPr>
            </a:pPr>
            <a:r>
              <a:t>Z世代(95后00后)消费占比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3. 国文汇通为何出现？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市场痛点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交易乱象、权益受损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亟需权威合规平台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政策导向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国家战略、数字中国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做合规排头兵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技术赋能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区块链确权、可追溯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让价值高效流转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4. 核心护城河(一)：资质与渠道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权威合规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文交所直属，国企背景，双重监管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资质完备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全牌照，接入星火链网(紫金山链)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全渠道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APP全端上架，主流应用商店覆盖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支付便捷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顶尖支付通道，省级结算中心存管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5. 核心护城河(二)：模型与团队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经济模型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寄存复利 + 生态多元，拒绝恶炒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生态闭环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数字获取 -&gt; 通宝流转 -&gt; 实体消费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顶尖团队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操盘过Ibox、唯一艺术，跨界资源丰富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6. 核心团队介绍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佟世天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战略负责人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带领'唯一艺术'原班人马，国内最早布局者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喜鹊团队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运营负责人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原IBOX总运营，曾推动百亿市值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Jeff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F9F7"/>
                </a:solidFill>
              </a:defRPr>
            </a:pPr>
            <a:r>
              <a:t>CMO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链大教育创始人，Cardano亚洲增长负责人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7. 平台战略资源矩阵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交易所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江苏/四川/甘肃/安徽文交所深度绑定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股东/IP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江苏文投、凤凰出版、省演艺集团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文旅合作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福建泉州文旅局标杆案例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品牌伙伴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泉州木偶剧院、紫金文创等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8. 生态模型：一体两翼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一体：国家文化数据中枢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连接国家文化大数据体系与市场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左翼：标准制定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制定全流程行业标准，掌握话语权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右翼：信任基座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构建跨平台、可互信的技术底层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9. 生态模型：三维四域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三维体系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数据层(珍资源) - 平台层(交易) - 场景层(消费)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四域深耕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文博典藏、非遗活化、文旅融合、产业赋能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10. 商业模式：通卷与通宝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国文通卷 (1000万份)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平台基石资产</a:t>
            </a:r>
            <a:br/>
            <a:r>
              <a:t>权益象征</a:t>
            </a:r>
            <a:br/>
            <a:r>
              <a:t>早期持有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国文通宝 (10亿个)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流通积分</a:t>
            </a:r>
            <a:br/>
            <a:r>
              <a:t>寄存产出</a:t>
            </a:r>
            <a:br/>
            <a:r>
              <a:t>消费/打新消耗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11. 经济模型：六大通缩机制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回收注销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平台回购并永久注销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18288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手续费抵扣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5680" y="22860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交易必用，刚性消耗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0" y="18288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资产发行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080" y="22860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项目方支付通宝作为认证费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企业入驻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品牌方质押保证金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36576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实体兑换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80" y="4114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直接兑换商品服务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3657600"/>
            <a:ext cx="225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生态博弈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4080" y="4114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趣味玩法消耗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12. 经济模型：动态平衡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通胀 (注入)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通卷寄存挖矿</a:t>
            </a:r>
            <a:br/>
            <a:r>
              <a:t>每日通宝产出</a:t>
            </a:r>
            <a:br/>
            <a:r>
              <a:t>为生态提供动力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通缩 (捕获)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9F7"/>
                </a:solidFill>
              </a:defRPr>
            </a:pPr>
            <a:r>
              <a:t>回收注销</a:t>
            </a:r>
            <a:br/>
            <a:r>
              <a:t>手续费/发行认证</a:t>
            </a:r>
            <a:br/>
            <a:r>
              <a:t>生态消费消耗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13. 发展路线图：三步走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第一阶段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奠定基石 (1-2年)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高通缩低通胀，积累核心用户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第二阶段</a:t>
            </a:r>
          </a:p>
        </p:txBody>
      </p:sp>
      <p:sp>
        <p:nvSpPr>
          <p:cNvPr id="10" name="Oval 9"/>
          <p:cNvSpPr/>
          <p:nvPr/>
        </p:nvSpPr>
        <p:spPr>
          <a:xfrm>
            <a:off x="33528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8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生态稳健 (3-4年)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平衡通胀通缩，精细化运营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第三阶段</a:t>
            </a:r>
          </a:p>
        </p:txBody>
      </p:sp>
      <p:sp>
        <p:nvSpPr>
          <p:cNvPr id="14" name="Oval 13"/>
          <p:cNvSpPr/>
          <p:nvPr/>
        </p:nvSpPr>
        <p:spPr>
          <a:xfrm>
            <a:off x="57912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价值爆发 (5年以上)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拓展应用场景，全球化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14. 用户多元化收益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静态收益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寄存挖矿获通宝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动态收益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二级交易价差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打新收益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抢购首发稀缺资产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• 消费权益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实体折扣与福利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15. 场景一：文化资产确权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9F9F7"/>
                </a:solidFill>
              </a:defRPr>
            </a:pPr>
            <a:r>
              <a:t>文博资源上链，构建国家级库；非遗数字化融资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16. 场景二：数字文旅消费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9F9F7"/>
                </a:solidFill>
              </a:defRPr>
            </a:pPr>
            <a:r>
              <a:t>景区门票/酒店权益NFT化，打通线上线下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17. 场景三：互动娱乐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9F9F7"/>
                </a:solidFill>
              </a:defRPr>
            </a:pPr>
            <a:r>
              <a:t>GameFi(边玩边赚) + StudyFi(学习激励)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18. 场景四：产业协同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9F9F7"/>
                </a:solidFill>
              </a:defRPr>
            </a:pPr>
            <a:r>
              <a:t>开放API给第三方，与政府共建城市专区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19. 场景五：文化出海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9F9F7"/>
                </a:solidFill>
              </a:defRPr>
            </a:pPr>
            <a:r>
              <a:t>对接海外平台，多语言版本，全球流通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20. 战略规划：未来蓝图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短期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1-2年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标杆打造，模式验证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中期</a:t>
            </a:r>
          </a:p>
        </p:txBody>
      </p:sp>
      <p:sp>
        <p:nvSpPr>
          <p:cNvPr id="10" name="Oval 9"/>
          <p:cNvSpPr/>
          <p:nvPr/>
        </p:nvSpPr>
        <p:spPr>
          <a:xfrm>
            <a:off x="33528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8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3-4年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生态扩张，网络效应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2286000"/>
            <a:ext cx="2255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长期</a:t>
            </a:r>
          </a:p>
        </p:txBody>
      </p:sp>
      <p:sp>
        <p:nvSpPr>
          <p:cNvPr id="14" name="Oval 13"/>
          <p:cNvSpPr/>
          <p:nvPr/>
        </p:nvSpPr>
        <p:spPr>
          <a:xfrm>
            <a:off x="5791200" y="2926080"/>
            <a:ext cx="182880" cy="18288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3200400"/>
            <a:ext cx="22555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F9F7"/>
                </a:solidFill>
              </a:defRPr>
            </a:pPr>
            <a:r>
              <a:t>5年以上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4114800"/>
            <a:ext cx="2255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9F9F7"/>
                </a:solidFill>
              </a:defRPr>
            </a:pPr>
            <a:r>
              <a:t>全球影响，标准输出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使命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9F9F7"/>
                </a:solidFill>
              </a:defRPr>
            </a:pPr>
            <a:r>
              <a:t>让中华优秀传统文化在数字时代'活起来'</a:t>
            </a:r>
            <a:br/>
            <a:r>
              <a:t>建立合规、安全、可持续的数字文化资产体系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愿景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9F9F7"/>
                </a:solidFill>
              </a:defRPr>
            </a:pPr>
            <a:r>
              <a:t>汇聚文化之光 · 通达数字未来</a:t>
            </a:r>
            <a:br/>
            <a:r>
              <a:t>成为中国领先的文化类数字资产基础设施平台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9F9F7"/>
                </a:solidFill>
              </a:defRPr>
            </a:pPr>
            <a:r>
              <a:t>国文汇通</a:t>
            </a:r>
            <a:br/>
            <a:r>
              <a:t>Business Plan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