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?????????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??????????????????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4846320"/>
            <a:ext cx="3657600" cy="45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