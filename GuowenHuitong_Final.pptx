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国文汇通商业计划书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数字文创资产合规发行与交易一站式平台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4846320"/>
            <a:ext cx="3657600" cy="457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Slide 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12529"/>
                </a:solidFill>
              </a:defRPr>
            </a:pPr>
            <a:r>
              <a:t>Content for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Slide 3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12529"/>
                </a:solidFill>
              </a:defRPr>
            </a:pPr>
            <a:r>
              <a:t>Content for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Slide 4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12529"/>
                </a:solidFill>
              </a:defRPr>
            </a:pPr>
            <a:r>
              <a:t>Content for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Slide 5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12529"/>
                </a:solidFill>
              </a:defRPr>
            </a:pPr>
            <a:r>
              <a:t>Content for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Slide 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12529"/>
                </a:solidFill>
              </a:defRPr>
            </a:pPr>
            <a:r>
              <a:t>Content for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Slide 7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12529"/>
                </a:solidFill>
              </a:defRPr>
            </a:pPr>
            <a:r>
              <a:t>Content for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Slide 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12529"/>
                </a:solidFill>
              </a:defRPr>
            </a:pPr>
            <a:r>
              <a:t>Content for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Slide 9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12529"/>
                </a:solidFill>
              </a:defRPr>
            </a:pPr>
            <a:r>
              <a:t>Content for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Slide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12529"/>
                </a:solidFill>
              </a:defRPr>
            </a:pPr>
            <a:r>
              <a:t>Content for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Slide 11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12529"/>
                </a:solidFill>
              </a:defRPr>
            </a:pPr>
            <a:r>
              <a:t>Content for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Slide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12529"/>
                </a:solidFill>
              </a:defRPr>
            </a:pPr>
            <a:r>
              <a:t>Content for 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Slide 13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12529"/>
                </a:solidFill>
              </a:defRPr>
            </a:pPr>
            <a:r>
              <a:t>Content for 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Slide 14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12529"/>
                </a:solidFill>
              </a:defRPr>
            </a:pPr>
            <a:r>
              <a:t>Content for 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Slide 15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12529"/>
                </a:solidFill>
              </a:defRPr>
            </a:pPr>
            <a:r>
              <a:t>Content for 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Slide 16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12529"/>
                </a:solidFill>
              </a:defRPr>
            </a:pPr>
            <a:r>
              <a:t>Content for slide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